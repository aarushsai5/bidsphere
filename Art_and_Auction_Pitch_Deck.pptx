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deck_hero_17731689944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6000">
                <a:solidFill>
                  <a:srgbClr val="FFFFFF"/>
                </a:solidFill>
              </a:defRPr>
            </a:pPr>
            <a:r>
              <a:t>Art&amp;Auction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Discover, Bid, and Win Amazing Items Across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Trust Gap in Indian Auctions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Fragmented Market: Highly fragmented niche auctions.</a:t>
            </a:r>
          </a:p>
          <a:p>
            <a:r>
              <a:t>• Trust Deficit: Lack of verified sellers and records.</a:t>
            </a:r>
          </a:p>
          <a:p>
            <a:r>
              <a:t>• Currency Friction: No native ₹ INR optimization.</a:t>
            </a:r>
          </a:p>
          <a:p>
            <a:r>
              <a:t>• Data Loss: Item records often disappear on smaller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 Modern, Robust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Localized Experience: Built for the Indian market (₹).</a:t>
            </a:r>
          </a:p>
          <a:p>
            <a:r>
              <a:t>• Immutable Persistence: Vercel Blob ensures zero data loss.</a:t>
            </a:r>
          </a:p>
          <a:p>
            <a:r>
              <a:t>• Smart Bidding: Automated status tracking and increments.</a:t>
            </a:r>
          </a:p>
          <a:p>
            <a:r>
              <a:t>• Verified Community: Secure role-based access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Opportunity: Indian Collectibles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25% YoY growth in online auctions in India.</a:t>
            </a:r>
            <a:br/>
            <a:r>
              <a:t>• Growing demographic of young collectors.</a:t>
            </a:r>
            <a:br/>
            <a:r>
              <a:t>• High-value transactions moving online.</a:t>
            </a:r>
          </a:p>
        </p:txBody>
      </p:sp>
      <p:pic>
        <p:nvPicPr>
          <p:cNvPr id="4" name="Picture 3" descr="market_growth_chart_1773169030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Seamless Bidding Everywhere</a:t>
            </a:r>
          </a:p>
        </p:txBody>
      </p:sp>
      <p:pic>
        <p:nvPicPr>
          <p:cNvPr id="3" name="Picture 2" descr="product_showcase_mockup_17731690117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Real-time Dashboards</a:t>
            </a:r>
            <a:br/>
            <a:r>
              <a:t>• Live Notification Engine</a:t>
            </a:r>
            <a:br/>
            <a:r>
              <a:t>• 60-second Listing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 Stack: Python/Flask + SQLite + Vercel Blob.</a:t>
            </a:r>
          </a:p>
          <a:p>
            <a:r>
              <a:t>• Reliability: Synchronous cloud synchronization.</a:t>
            </a:r>
          </a:p>
          <a:p>
            <a:r>
              <a:t>• UI/UX: Premium Dark mode + AOS animations.</a:t>
            </a:r>
          </a:p>
          <a:p>
            <a:r>
              <a:t>• SEO: Structured metadata for Indian buyers.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Zero Maintenance: 100% Cloud native hosting.</a:t>
            </a:r>
          </a:p>
          <a:p>
            <a:r>
              <a:t>• Trust Shield: Verified deletion and records management.</a:t>
            </a:r>
          </a:p>
          <a:p>
            <a:r>
              <a:t>• Efficiency: Low cost of execution per transaction.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Digitizing Indian Auctions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Website: artnauction-one.vercel.app</a:t>
            </a:r>
          </a:p>
          <a:p>
            <a:r>
              <a:t>Email: hi@artnauction.in</a:t>
            </a:r>
          </a:p>
          <a:p>
            <a:r>
              <a:t>Socials: @ArtAndAuction_IN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